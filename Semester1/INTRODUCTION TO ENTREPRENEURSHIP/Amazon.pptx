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7" r:id="rId3"/>
    <p:sldId id="267" r:id="rId4"/>
    <p:sldId id="263" r:id="rId5"/>
    <p:sldId id="258" r:id="rId6"/>
    <p:sldId id="259" r:id="rId7"/>
    <p:sldId id="264" r:id="rId8"/>
    <p:sldId id="266" r:id="rId9"/>
    <p:sldId id="265" r:id="rId10"/>
    <p:sldId id="262" r:id="rId11"/>
    <p:sldId id="269" r:id="rId12"/>
    <p:sldId id="261" r:id="rId13"/>
    <p:sldId id="268" r:id="rId14"/>
    <p:sldId id="272" r:id="rId15"/>
    <p:sldId id="271" r:id="rId16"/>
    <p:sldId id="260" r:id="rId17"/>
    <p:sldId id="256" r:id="rId18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877FDF-49B6-4087-8AD9-233EB41FC845}" v="1620" dt="2022-10-19T16:58:04.953"/>
    <p1510:client id="{DC91300E-698A-A44B-AA3E-BF3E714FF726}" v="3" dt="2022-10-19T04:49:34.6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 leo" userId="6d7d4c2b5265bb36" providerId="LiveId" clId="{DC91300E-698A-A44B-AA3E-BF3E714FF726}"/>
    <pc:docChg chg="custSel addSld delSld modSld sldOrd">
      <pc:chgData name="leo leo" userId="6d7d4c2b5265bb36" providerId="LiveId" clId="{DC91300E-698A-A44B-AA3E-BF3E714FF726}" dt="2022-10-19T04:51:29.094" v="330" actId="2696"/>
      <pc:docMkLst>
        <pc:docMk/>
      </pc:docMkLst>
      <pc:sldChg chg="modSp mod">
        <pc:chgData name="leo leo" userId="6d7d4c2b5265bb36" providerId="LiveId" clId="{DC91300E-698A-A44B-AA3E-BF3E714FF726}" dt="2022-10-19T04:42:31.839" v="141" actId="20577"/>
        <pc:sldMkLst>
          <pc:docMk/>
          <pc:sldMk cId="3144657346" sldId="257"/>
        </pc:sldMkLst>
        <pc:spChg chg="mod">
          <ac:chgData name="leo leo" userId="6d7d4c2b5265bb36" providerId="LiveId" clId="{DC91300E-698A-A44B-AA3E-BF3E714FF726}" dt="2022-10-19T04:42:31.839" v="141" actId="20577"/>
          <ac:spMkLst>
            <pc:docMk/>
            <pc:sldMk cId="3144657346" sldId="257"/>
            <ac:spMk id="3" creationId="{D6B30513-45C1-DC28-5541-1F5CA1877331}"/>
          </ac:spMkLst>
        </pc:spChg>
      </pc:sldChg>
      <pc:sldChg chg="modSp mod">
        <pc:chgData name="leo leo" userId="6d7d4c2b5265bb36" providerId="LiveId" clId="{DC91300E-698A-A44B-AA3E-BF3E714FF726}" dt="2022-10-19T04:46:53.569" v="260" actId="20577"/>
        <pc:sldMkLst>
          <pc:docMk/>
          <pc:sldMk cId="1080773260" sldId="258"/>
        </pc:sldMkLst>
        <pc:spChg chg="mod">
          <ac:chgData name="leo leo" userId="6d7d4c2b5265bb36" providerId="LiveId" clId="{DC91300E-698A-A44B-AA3E-BF3E714FF726}" dt="2022-10-19T04:46:53.569" v="260" actId="20577"/>
          <ac:spMkLst>
            <pc:docMk/>
            <pc:sldMk cId="1080773260" sldId="258"/>
            <ac:spMk id="2" creationId="{DC21E55F-9B2A-B069-F5FF-5C4077476782}"/>
          </ac:spMkLst>
        </pc:spChg>
      </pc:sldChg>
      <pc:sldChg chg="addSp delSp modSp mod">
        <pc:chgData name="leo leo" userId="6d7d4c2b5265bb36" providerId="LiveId" clId="{DC91300E-698A-A44B-AA3E-BF3E714FF726}" dt="2022-10-19T04:51:20.050" v="329" actId="1035"/>
        <pc:sldMkLst>
          <pc:docMk/>
          <pc:sldMk cId="2962159777" sldId="261"/>
        </pc:sldMkLst>
        <pc:spChg chg="del">
          <ac:chgData name="leo leo" userId="6d7d4c2b5265bb36" providerId="LiveId" clId="{DC91300E-698A-A44B-AA3E-BF3E714FF726}" dt="2022-10-19T04:49:18.909" v="302" actId="931"/>
          <ac:spMkLst>
            <pc:docMk/>
            <pc:sldMk cId="2962159777" sldId="261"/>
            <ac:spMk id="3" creationId="{92B41FB6-EC7E-625B-D863-4A226405341C}"/>
          </ac:spMkLst>
        </pc:spChg>
        <pc:spChg chg="add mod">
          <ac:chgData name="leo leo" userId="6d7d4c2b5265bb36" providerId="LiveId" clId="{DC91300E-698A-A44B-AA3E-BF3E714FF726}" dt="2022-10-19T04:49:28.745" v="304" actId="21"/>
          <ac:spMkLst>
            <pc:docMk/>
            <pc:sldMk cId="2962159777" sldId="261"/>
            <ac:spMk id="11" creationId="{F992B583-6823-EADF-5B82-428D042D00A9}"/>
          </ac:spMkLst>
        </pc:spChg>
        <pc:picChg chg="add del mod">
          <ac:chgData name="leo leo" userId="6d7d4c2b5265bb36" providerId="LiveId" clId="{DC91300E-698A-A44B-AA3E-BF3E714FF726}" dt="2022-10-19T04:49:28.745" v="304" actId="21"/>
          <ac:picMkLst>
            <pc:docMk/>
            <pc:sldMk cId="2962159777" sldId="261"/>
            <ac:picMk id="5" creationId="{4EA3E99C-AFF2-EFF4-06ED-EAB503CE1C0B}"/>
          </ac:picMkLst>
        </pc:picChg>
        <pc:picChg chg="add mod">
          <ac:chgData name="leo leo" userId="6d7d4c2b5265bb36" providerId="LiveId" clId="{DC91300E-698A-A44B-AA3E-BF3E714FF726}" dt="2022-10-19T04:51:20.050" v="329" actId="1035"/>
          <ac:picMkLst>
            <pc:docMk/>
            <pc:sldMk cId="2962159777" sldId="261"/>
            <ac:picMk id="7" creationId="{254D5624-139B-D9F1-94DF-B11B9CCFBF36}"/>
          </ac:picMkLst>
        </pc:picChg>
        <pc:picChg chg="add del mod">
          <ac:chgData name="leo leo" userId="6d7d4c2b5265bb36" providerId="LiveId" clId="{DC91300E-698A-A44B-AA3E-BF3E714FF726}" dt="2022-10-19T04:49:28.745" v="304" actId="21"/>
          <ac:picMkLst>
            <pc:docMk/>
            <pc:sldMk cId="2962159777" sldId="261"/>
            <ac:picMk id="9" creationId="{145B499B-8673-AD03-578E-DC93B19DE609}"/>
          </ac:picMkLst>
        </pc:picChg>
      </pc:sldChg>
      <pc:sldChg chg="modSp mod">
        <pc:chgData name="leo leo" userId="6d7d4c2b5265bb36" providerId="LiveId" clId="{DC91300E-698A-A44B-AA3E-BF3E714FF726}" dt="2022-10-19T04:47:37.543" v="267" actId="21"/>
        <pc:sldMkLst>
          <pc:docMk/>
          <pc:sldMk cId="2566437242" sldId="262"/>
        </pc:sldMkLst>
        <pc:spChg chg="mod">
          <ac:chgData name="leo leo" userId="6d7d4c2b5265bb36" providerId="LiveId" clId="{DC91300E-698A-A44B-AA3E-BF3E714FF726}" dt="2022-10-19T04:44:53.206" v="213" actId="20577"/>
          <ac:spMkLst>
            <pc:docMk/>
            <pc:sldMk cId="2566437242" sldId="262"/>
            <ac:spMk id="2" creationId="{40229DB7-3483-693D-4F87-CAE414991373}"/>
          </ac:spMkLst>
        </pc:spChg>
        <pc:spChg chg="mod">
          <ac:chgData name="leo leo" userId="6d7d4c2b5265bb36" providerId="LiveId" clId="{DC91300E-698A-A44B-AA3E-BF3E714FF726}" dt="2022-10-19T04:47:37.543" v="267" actId="21"/>
          <ac:spMkLst>
            <pc:docMk/>
            <pc:sldMk cId="2566437242" sldId="262"/>
            <ac:spMk id="3" creationId="{9F00F29C-73B3-03E1-920F-7D551657EBB7}"/>
          </ac:spMkLst>
        </pc:spChg>
      </pc:sldChg>
      <pc:sldChg chg="modSp mod">
        <pc:chgData name="leo leo" userId="6d7d4c2b5265bb36" providerId="LiveId" clId="{DC91300E-698A-A44B-AA3E-BF3E714FF726}" dt="2022-10-19T04:42:47.986" v="142"/>
        <pc:sldMkLst>
          <pc:docMk/>
          <pc:sldMk cId="3575591779" sldId="263"/>
        </pc:sldMkLst>
        <pc:spChg chg="mod">
          <ac:chgData name="leo leo" userId="6d7d4c2b5265bb36" providerId="LiveId" clId="{DC91300E-698A-A44B-AA3E-BF3E714FF726}" dt="2022-10-19T04:42:47.986" v="142"/>
          <ac:spMkLst>
            <pc:docMk/>
            <pc:sldMk cId="3575591779" sldId="263"/>
            <ac:spMk id="2" creationId="{FC8BA6BE-A42B-FE3D-E903-F1849AD6D727}"/>
          </ac:spMkLst>
        </pc:spChg>
      </pc:sldChg>
      <pc:sldChg chg="modSp mod">
        <pc:chgData name="leo leo" userId="6d7d4c2b5265bb36" providerId="LiveId" clId="{DC91300E-698A-A44B-AA3E-BF3E714FF726}" dt="2022-10-19T04:44:04.697" v="206" actId="20577"/>
        <pc:sldMkLst>
          <pc:docMk/>
          <pc:sldMk cId="3919825635" sldId="264"/>
        </pc:sldMkLst>
        <pc:spChg chg="mod">
          <ac:chgData name="leo leo" userId="6d7d4c2b5265bb36" providerId="LiveId" clId="{DC91300E-698A-A44B-AA3E-BF3E714FF726}" dt="2022-10-19T04:44:04.697" v="206" actId="20577"/>
          <ac:spMkLst>
            <pc:docMk/>
            <pc:sldMk cId="3919825635" sldId="264"/>
            <ac:spMk id="2" creationId="{B4AC8CD3-D8AF-16DD-37A3-911F1199C3C7}"/>
          </ac:spMkLst>
        </pc:spChg>
      </pc:sldChg>
      <pc:sldChg chg="addSp modSp mod">
        <pc:chgData name="leo leo" userId="6d7d4c2b5265bb36" providerId="LiveId" clId="{DC91300E-698A-A44B-AA3E-BF3E714FF726}" dt="2022-10-19T04:48:43.639" v="299" actId="1076"/>
        <pc:sldMkLst>
          <pc:docMk/>
          <pc:sldMk cId="3261689971" sldId="266"/>
        </pc:sldMkLst>
        <pc:picChg chg="add mod">
          <ac:chgData name="leo leo" userId="6d7d4c2b5265bb36" providerId="LiveId" clId="{DC91300E-698A-A44B-AA3E-BF3E714FF726}" dt="2022-10-19T04:48:43.639" v="299" actId="1076"/>
          <ac:picMkLst>
            <pc:docMk/>
            <pc:sldMk cId="3261689971" sldId="266"/>
            <ac:picMk id="5" creationId="{01A954F5-5F06-73C1-8475-9A9C9115DA05}"/>
          </ac:picMkLst>
        </pc:picChg>
      </pc:sldChg>
      <pc:sldChg chg="modSp new mod ord">
        <pc:chgData name="leo leo" userId="6d7d4c2b5265bb36" providerId="LiveId" clId="{DC91300E-698A-A44B-AA3E-BF3E714FF726}" dt="2022-10-19T04:48:09.793" v="296" actId="20577"/>
        <pc:sldMkLst>
          <pc:docMk/>
          <pc:sldMk cId="2997190747" sldId="267"/>
        </pc:sldMkLst>
        <pc:spChg chg="mod">
          <ac:chgData name="leo leo" userId="6d7d4c2b5265bb36" providerId="LiveId" clId="{DC91300E-698A-A44B-AA3E-BF3E714FF726}" dt="2022-10-19T04:48:09.793" v="296" actId="20577"/>
          <ac:spMkLst>
            <pc:docMk/>
            <pc:sldMk cId="2997190747" sldId="267"/>
            <ac:spMk id="2" creationId="{A0B9C2FC-C94B-F083-337D-BED36A17BED3}"/>
          </ac:spMkLst>
        </pc:spChg>
        <pc:spChg chg="mod">
          <ac:chgData name="leo leo" userId="6d7d4c2b5265bb36" providerId="LiveId" clId="{DC91300E-698A-A44B-AA3E-BF3E714FF726}" dt="2022-10-19T04:47:51.629" v="271" actId="5793"/>
          <ac:spMkLst>
            <pc:docMk/>
            <pc:sldMk cId="2997190747" sldId="267"/>
            <ac:spMk id="3" creationId="{C1DFBC38-5083-227A-5ADE-208B57398BD1}"/>
          </ac:spMkLst>
        </pc:spChg>
      </pc:sldChg>
      <pc:sldChg chg="new del">
        <pc:chgData name="leo leo" userId="6d7d4c2b5265bb36" providerId="LiveId" clId="{DC91300E-698A-A44B-AA3E-BF3E714FF726}" dt="2022-10-19T04:48:59.597" v="301" actId="2696"/>
        <pc:sldMkLst>
          <pc:docMk/>
          <pc:sldMk cId="1339172598" sldId="268"/>
        </pc:sldMkLst>
      </pc:sldChg>
      <pc:sldChg chg="addSp modSp new mod">
        <pc:chgData name="leo leo" userId="6d7d4c2b5265bb36" providerId="LiveId" clId="{DC91300E-698A-A44B-AA3E-BF3E714FF726}" dt="2022-10-19T04:50:18.590" v="313" actId="1076"/>
        <pc:sldMkLst>
          <pc:docMk/>
          <pc:sldMk cId="3604699233" sldId="268"/>
        </pc:sldMkLst>
        <pc:picChg chg="add mod">
          <ac:chgData name="leo leo" userId="6d7d4c2b5265bb36" providerId="LiveId" clId="{DC91300E-698A-A44B-AA3E-BF3E714FF726}" dt="2022-10-19T04:50:13.504" v="312" actId="1076"/>
          <ac:picMkLst>
            <pc:docMk/>
            <pc:sldMk cId="3604699233" sldId="268"/>
            <ac:picMk id="4" creationId="{3C0B53FF-0868-021D-530E-1E4402EAAADA}"/>
          </ac:picMkLst>
        </pc:picChg>
        <pc:picChg chg="add mod">
          <ac:chgData name="leo leo" userId="6d7d4c2b5265bb36" providerId="LiveId" clId="{DC91300E-698A-A44B-AA3E-BF3E714FF726}" dt="2022-10-19T04:50:18.590" v="313" actId="1076"/>
          <ac:picMkLst>
            <pc:docMk/>
            <pc:sldMk cId="3604699233" sldId="268"/>
            <ac:picMk id="5" creationId="{9148E994-E2C6-362E-54FE-64B9D9FDB5E5}"/>
          </ac:picMkLst>
        </pc:picChg>
      </pc:sldChg>
      <pc:sldChg chg="new del">
        <pc:chgData name="leo leo" userId="6d7d4c2b5265bb36" providerId="LiveId" clId="{DC91300E-698A-A44B-AA3E-BF3E714FF726}" dt="2022-10-19T04:51:29.094" v="330" actId="2696"/>
        <pc:sldMkLst>
          <pc:docMk/>
          <pc:sldMk cId="535090778" sldId="269"/>
        </pc:sldMkLst>
      </pc:sldChg>
    </pc:docChg>
  </pc:docChgLst>
  <pc:docChgLst>
    <pc:chgData name="leo leo" userId="6d7d4c2b5265bb36" providerId="LiveId" clId="{BB1A6702-68A2-3B45-90CF-39CEC93B4D6B}"/>
    <pc:docChg chg="undo custSel addSld modSld sldOrd">
      <pc:chgData name="leo leo" userId="6d7d4c2b5265bb36" providerId="LiveId" clId="{BB1A6702-68A2-3B45-90CF-39CEC93B4D6B}" dt="2022-10-19T05:25:58.622" v="137" actId="22"/>
      <pc:docMkLst>
        <pc:docMk/>
      </pc:docMkLst>
      <pc:sldChg chg="modSp">
        <pc:chgData name="leo leo" userId="6d7d4c2b5265bb36" providerId="LiveId" clId="{BB1A6702-68A2-3B45-90CF-39CEC93B4D6B}" dt="2022-10-19T05:25:26.837" v="136" actId="20577"/>
        <pc:sldMkLst>
          <pc:docMk/>
          <pc:sldMk cId="322458267" sldId="260"/>
        </pc:sldMkLst>
        <pc:spChg chg="mod">
          <ac:chgData name="leo leo" userId="6d7d4c2b5265bb36" providerId="LiveId" clId="{BB1A6702-68A2-3B45-90CF-39CEC93B4D6B}" dt="2022-10-19T05:25:26.837" v="136" actId="20577"/>
          <ac:spMkLst>
            <pc:docMk/>
            <pc:sldMk cId="322458267" sldId="260"/>
            <ac:spMk id="2" creationId="{56C5E143-5A73-71EB-0633-DAAC22C68BAC}"/>
          </ac:spMkLst>
        </pc:spChg>
      </pc:sldChg>
      <pc:sldChg chg="addSp delSp modSp new mod ord modClrScheme chgLayout">
        <pc:chgData name="leo leo" userId="6d7d4c2b5265bb36" providerId="LiveId" clId="{BB1A6702-68A2-3B45-90CF-39CEC93B4D6B}" dt="2022-10-19T05:24:27.718" v="82" actId="20577"/>
        <pc:sldMkLst>
          <pc:docMk/>
          <pc:sldMk cId="1272619914" sldId="269"/>
        </pc:sldMkLst>
        <pc:spChg chg="mod ord">
          <ac:chgData name="leo leo" userId="6d7d4c2b5265bb36" providerId="LiveId" clId="{BB1A6702-68A2-3B45-90CF-39CEC93B4D6B}" dt="2022-10-19T05:24:27.718" v="82" actId="20577"/>
          <ac:spMkLst>
            <pc:docMk/>
            <pc:sldMk cId="1272619914" sldId="269"/>
            <ac:spMk id="2" creationId="{0132A32A-FA79-8F07-53C1-372C8047EFB4}"/>
          </ac:spMkLst>
        </pc:spChg>
        <pc:spChg chg="add del mod ord">
          <ac:chgData name="leo leo" userId="6d7d4c2b5265bb36" providerId="LiveId" clId="{BB1A6702-68A2-3B45-90CF-39CEC93B4D6B}" dt="2022-10-19T05:23:18.224" v="30" actId="478"/>
          <ac:spMkLst>
            <pc:docMk/>
            <pc:sldMk cId="1272619914" sldId="269"/>
            <ac:spMk id="3" creationId="{1DDEF55A-8569-6E63-ED3A-42F7C43404EF}"/>
          </ac:spMkLst>
        </pc:spChg>
        <pc:graphicFrameChg chg="add del mod ord modGraphic">
          <ac:chgData name="leo leo" userId="6d7d4c2b5265bb36" providerId="LiveId" clId="{BB1A6702-68A2-3B45-90CF-39CEC93B4D6B}" dt="2022-10-19T05:22:27.281" v="3" actId="3680"/>
          <ac:graphicFrameMkLst>
            <pc:docMk/>
            <pc:sldMk cId="1272619914" sldId="269"/>
            <ac:graphicFrameMk id="4" creationId="{65EBEE92-066C-4372-7067-A97E594DC268}"/>
          </ac:graphicFrameMkLst>
        </pc:graphicFrameChg>
      </pc:sldChg>
      <pc:sldChg chg="add">
        <pc:chgData name="leo leo" userId="6d7d4c2b5265bb36" providerId="LiveId" clId="{BB1A6702-68A2-3B45-90CF-39CEC93B4D6B}" dt="2022-10-19T05:25:58.622" v="137" actId="22"/>
        <pc:sldMkLst>
          <pc:docMk/>
          <pc:sldMk cId="2988519941" sldId="270"/>
        </pc:sldMkLst>
      </pc:sldChg>
    </pc:docChg>
  </pc:docChgLst>
  <pc:docChgLst>
    <pc:chgData name="leo leo" userId="6d7d4c2b5265bb36" providerId="LiveId" clId="{D0877FDF-49B6-4087-8AD9-233EB41FC845}"/>
    <pc:docChg chg="undo custSel addSld delSld modSld sldOrd modMainMaster">
      <pc:chgData name="leo leo" userId="6d7d4c2b5265bb36" providerId="LiveId" clId="{D0877FDF-49B6-4087-8AD9-233EB41FC845}" dt="2022-10-19T16:58:04.953" v="3214"/>
      <pc:docMkLst>
        <pc:docMk/>
      </pc:docMkLst>
      <pc:sldChg chg="add modTransition setBg">
        <pc:chgData name="leo leo" userId="6d7d4c2b5265bb36" providerId="LiveId" clId="{D0877FDF-49B6-4087-8AD9-233EB41FC845}" dt="2022-10-19T16:50:18.596" v="3146"/>
        <pc:sldMkLst>
          <pc:docMk/>
          <pc:sldMk cId="2054365212" sldId="256"/>
        </pc:sldMkLst>
      </pc:sldChg>
      <pc:sldChg chg="addSp delSp modSp del mod setBg">
        <pc:chgData name="leo leo" userId="6d7d4c2b5265bb36" providerId="LiveId" clId="{D0877FDF-49B6-4087-8AD9-233EB41FC845}" dt="2022-10-19T16:43:27.111" v="3099" actId="2696"/>
        <pc:sldMkLst>
          <pc:docMk/>
          <pc:sldMk cId="2383406698" sldId="256"/>
        </pc:sldMkLst>
        <pc:spChg chg="del">
          <ac:chgData name="leo leo" userId="6d7d4c2b5265bb36" providerId="LiveId" clId="{D0877FDF-49B6-4087-8AD9-233EB41FC845}" dt="2022-10-19T16:40:18.021" v="3031" actId="478"/>
          <ac:spMkLst>
            <pc:docMk/>
            <pc:sldMk cId="2383406698" sldId="256"/>
            <ac:spMk id="2" creationId="{F20C3722-1538-A696-77C3-09A4B0120AB7}"/>
          </ac:spMkLst>
        </pc:spChg>
        <pc:spChg chg="mod">
          <ac:chgData name="leo leo" userId="6d7d4c2b5265bb36" providerId="LiveId" clId="{D0877FDF-49B6-4087-8AD9-233EB41FC845}" dt="2022-10-19T16:43:10.222" v="3098" actId="27636"/>
          <ac:spMkLst>
            <pc:docMk/>
            <pc:sldMk cId="2383406698" sldId="256"/>
            <ac:spMk id="3" creationId="{00CEF1B8-C152-D891-741B-CF7C0D6E898B}"/>
          </ac:spMkLst>
        </pc:spChg>
        <pc:spChg chg="add del mod">
          <ac:chgData name="leo leo" userId="6d7d4c2b5265bb36" providerId="LiveId" clId="{D0877FDF-49B6-4087-8AD9-233EB41FC845}" dt="2022-10-19T16:40:19.756" v="3032" actId="478"/>
          <ac:spMkLst>
            <pc:docMk/>
            <pc:sldMk cId="2383406698" sldId="256"/>
            <ac:spMk id="5" creationId="{AD1755D3-CD98-7EEA-1323-2D407B7D1A95}"/>
          </ac:spMkLst>
        </pc:spChg>
      </pc:sldChg>
      <pc:sldChg chg="modSp mod modTransition modAnim">
        <pc:chgData name="leo leo" userId="6d7d4c2b5265bb36" providerId="LiveId" clId="{D0877FDF-49B6-4087-8AD9-233EB41FC845}" dt="2022-10-19T16:56:21.758" v="3206"/>
        <pc:sldMkLst>
          <pc:docMk/>
          <pc:sldMk cId="3144657346" sldId="257"/>
        </pc:sldMkLst>
        <pc:spChg chg="mod">
          <ac:chgData name="leo leo" userId="6d7d4c2b5265bb36" providerId="LiveId" clId="{D0877FDF-49B6-4087-8AD9-233EB41FC845}" dt="2022-10-19T16:44:32.055" v="3110" actId="12"/>
          <ac:spMkLst>
            <pc:docMk/>
            <pc:sldMk cId="3144657346" sldId="257"/>
            <ac:spMk id="3" creationId="{D6B30513-45C1-DC28-5541-1F5CA1877331}"/>
          </ac:spMkLst>
        </pc:spChg>
      </pc:sldChg>
      <pc:sldChg chg="modSp mod modTransition setBg modAnim">
        <pc:chgData name="leo leo" userId="6d7d4c2b5265bb36" providerId="LiveId" clId="{D0877FDF-49B6-4087-8AD9-233EB41FC845}" dt="2022-10-19T16:56:29.228" v="3208"/>
        <pc:sldMkLst>
          <pc:docMk/>
          <pc:sldMk cId="1080773260" sldId="258"/>
        </pc:sldMkLst>
        <pc:spChg chg="mod">
          <ac:chgData name="leo leo" userId="6d7d4c2b5265bb36" providerId="LiveId" clId="{D0877FDF-49B6-4087-8AD9-233EB41FC845}" dt="2022-10-17T10:46:34.330" v="980" actId="20577"/>
          <ac:spMkLst>
            <pc:docMk/>
            <pc:sldMk cId="1080773260" sldId="258"/>
            <ac:spMk id="3" creationId="{FE02A073-0E6F-59F2-1EB4-5E5F7A8C0960}"/>
          </ac:spMkLst>
        </pc:spChg>
      </pc:sldChg>
      <pc:sldChg chg="modSp mod modTransition modAnim">
        <pc:chgData name="leo leo" userId="6d7d4c2b5265bb36" providerId="LiveId" clId="{D0877FDF-49B6-4087-8AD9-233EB41FC845}" dt="2022-10-19T16:56:36.372" v="3209"/>
        <pc:sldMkLst>
          <pc:docMk/>
          <pc:sldMk cId="1940427909" sldId="259"/>
        </pc:sldMkLst>
        <pc:spChg chg="mod">
          <ac:chgData name="leo leo" userId="6d7d4c2b5265bb36" providerId="LiveId" clId="{D0877FDF-49B6-4087-8AD9-233EB41FC845}" dt="2022-10-17T17:26:44.948" v="20" actId="20577"/>
          <ac:spMkLst>
            <pc:docMk/>
            <pc:sldMk cId="1940427909" sldId="259"/>
            <ac:spMk id="2" creationId="{ED0DE87C-C32E-C9A6-AAA8-A5CD1A9F382E}"/>
          </ac:spMkLst>
        </pc:spChg>
        <pc:spChg chg="mod">
          <ac:chgData name="leo leo" userId="6d7d4c2b5265bb36" providerId="LiveId" clId="{D0877FDF-49B6-4087-8AD9-233EB41FC845}" dt="2022-10-17T11:04:36.655" v="1517" actId="20577"/>
          <ac:spMkLst>
            <pc:docMk/>
            <pc:sldMk cId="1940427909" sldId="259"/>
            <ac:spMk id="3" creationId="{7147F3B2-D436-89A8-B584-B1070A2AED87}"/>
          </ac:spMkLst>
        </pc:spChg>
      </pc:sldChg>
      <pc:sldChg chg="modSp mod modTransition">
        <pc:chgData name="leo leo" userId="6d7d4c2b5265bb36" providerId="LiveId" clId="{D0877FDF-49B6-4087-8AD9-233EB41FC845}" dt="2022-10-19T16:50:04.444" v="3145"/>
        <pc:sldMkLst>
          <pc:docMk/>
          <pc:sldMk cId="322458267" sldId="260"/>
        </pc:sldMkLst>
        <pc:spChg chg="mod">
          <ac:chgData name="leo leo" userId="6d7d4c2b5265bb36" providerId="LiveId" clId="{D0877FDF-49B6-4087-8AD9-233EB41FC845}" dt="2022-10-17T17:52:25.371" v="1524" actId="20577"/>
          <ac:spMkLst>
            <pc:docMk/>
            <pc:sldMk cId="322458267" sldId="260"/>
            <ac:spMk id="3" creationId="{A4A1B36B-EEFA-DBB2-364A-80E9C7F26169}"/>
          </ac:spMkLst>
        </pc:spChg>
      </pc:sldChg>
      <pc:sldChg chg="modTransition">
        <pc:chgData name="leo leo" userId="6d7d4c2b5265bb36" providerId="LiveId" clId="{D0877FDF-49B6-4087-8AD9-233EB41FC845}" dt="2022-10-19T16:49:22.007" v="3140"/>
        <pc:sldMkLst>
          <pc:docMk/>
          <pc:sldMk cId="2962159777" sldId="261"/>
        </pc:sldMkLst>
      </pc:sldChg>
      <pc:sldChg chg="modSp mod ord modTransition modAnim">
        <pc:chgData name="leo leo" userId="6d7d4c2b5265bb36" providerId="LiveId" clId="{D0877FDF-49B6-4087-8AD9-233EB41FC845}" dt="2022-10-19T16:57:02.788" v="3212"/>
        <pc:sldMkLst>
          <pc:docMk/>
          <pc:sldMk cId="2566437242" sldId="262"/>
        </pc:sldMkLst>
        <pc:spChg chg="mod">
          <ac:chgData name="leo leo" userId="6d7d4c2b5265bb36" providerId="LiveId" clId="{D0877FDF-49B6-4087-8AD9-233EB41FC845}" dt="2022-10-19T09:04:58.052" v="1540" actId="20577"/>
          <ac:spMkLst>
            <pc:docMk/>
            <pc:sldMk cId="2566437242" sldId="262"/>
            <ac:spMk id="3" creationId="{9F00F29C-73B3-03E1-920F-7D551657EBB7}"/>
          </ac:spMkLst>
        </pc:spChg>
      </pc:sldChg>
      <pc:sldChg chg="modSp mod modTransition modAnim">
        <pc:chgData name="leo leo" userId="6d7d4c2b5265bb36" providerId="LiveId" clId="{D0877FDF-49B6-4087-8AD9-233EB41FC845}" dt="2022-10-19T16:56:26.564" v="3207"/>
        <pc:sldMkLst>
          <pc:docMk/>
          <pc:sldMk cId="3575591779" sldId="263"/>
        </pc:sldMkLst>
        <pc:spChg chg="mod">
          <ac:chgData name="leo leo" userId="6d7d4c2b5265bb36" providerId="LiveId" clId="{D0877FDF-49B6-4087-8AD9-233EB41FC845}" dt="2022-10-17T10:51:38.536" v="1414" actId="21"/>
          <ac:spMkLst>
            <pc:docMk/>
            <pc:sldMk cId="3575591779" sldId="263"/>
            <ac:spMk id="3" creationId="{8ECB3A6B-C85F-AE15-E28A-1203EA172D4D}"/>
          </ac:spMkLst>
        </pc:spChg>
      </pc:sldChg>
      <pc:sldChg chg="modSp new mod modTransition modAnim">
        <pc:chgData name="leo leo" userId="6d7d4c2b5265bb36" providerId="LiveId" clId="{D0877FDF-49B6-4087-8AD9-233EB41FC845}" dt="2022-10-19T16:56:40.818" v="3210"/>
        <pc:sldMkLst>
          <pc:docMk/>
          <pc:sldMk cId="3919825635" sldId="264"/>
        </pc:sldMkLst>
        <pc:spChg chg="mod">
          <ac:chgData name="leo leo" userId="6d7d4c2b5265bb36" providerId="LiveId" clId="{D0877FDF-49B6-4087-8AD9-233EB41FC845}" dt="2022-10-17T10:33:48.079" v="354" actId="20577"/>
          <ac:spMkLst>
            <pc:docMk/>
            <pc:sldMk cId="3919825635" sldId="264"/>
            <ac:spMk id="3" creationId="{6C3728CF-1CA3-62CC-9ABC-3CEAD7D36A1A}"/>
          </ac:spMkLst>
        </pc:spChg>
      </pc:sldChg>
      <pc:sldChg chg="modSp new mod modTransition modAnim">
        <pc:chgData name="leo leo" userId="6d7d4c2b5265bb36" providerId="LiveId" clId="{D0877FDF-49B6-4087-8AD9-233EB41FC845}" dt="2022-10-19T16:56:58.322" v="3211"/>
        <pc:sldMkLst>
          <pc:docMk/>
          <pc:sldMk cId="1912926498" sldId="265"/>
        </pc:sldMkLst>
        <pc:spChg chg="mod">
          <ac:chgData name="leo leo" userId="6d7d4c2b5265bb36" providerId="LiveId" clId="{D0877FDF-49B6-4087-8AD9-233EB41FC845}" dt="2022-10-17T10:34:04.001" v="374" actId="20577"/>
          <ac:spMkLst>
            <pc:docMk/>
            <pc:sldMk cId="1912926498" sldId="265"/>
            <ac:spMk id="2" creationId="{240235B3-8F2D-E0A6-C9BE-5562820C1209}"/>
          </ac:spMkLst>
        </pc:spChg>
        <pc:spChg chg="mod">
          <ac:chgData name="leo leo" userId="6d7d4c2b5265bb36" providerId="LiveId" clId="{D0877FDF-49B6-4087-8AD9-233EB41FC845}" dt="2022-10-17T10:45:29.404" v="979" actId="20577"/>
          <ac:spMkLst>
            <pc:docMk/>
            <pc:sldMk cId="1912926498" sldId="265"/>
            <ac:spMk id="3" creationId="{F26ECCC0-039A-A267-222D-D87D701E4A29}"/>
          </ac:spMkLst>
        </pc:spChg>
      </pc:sldChg>
      <pc:sldChg chg="delSp modSp new mod ord modTransition modAnim">
        <pc:chgData name="leo leo" userId="6d7d4c2b5265bb36" providerId="LiveId" clId="{D0877FDF-49B6-4087-8AD9-233EB41FC845}" dt="2022-10-19T16:58:04.953" v="3214"/>
        <pc:sldMkLst>
          <pc:docMk/>
          <pc:sldMk cId="3261689971" sldId="266"/>
        </pc:sldMkLst>
        <pc:spChg chg="del">
          <ac:chgData name="leo leo" userId="6d7d4c2b5265bb36" providerId="LiveId" clId="{D0877FDF-49B6-4087-8AD9-233EB41FC845}" dt="2022-10-19T16:54:36.699" v="3192" actId="478"/>
          <ac:spMkLst>
            <pc:docMk/>
            <pc:sldMk cId="3261689971" sldId="266"/>
            <ac:spMk id="2" creationId="{08FEF49D-75E6-194C-25D7-4F17A709688D}"/>
          </ac:spMkLst>
        </pc:spChg>
        <pc:spChg chg="mod">
          <ac:chgData name="leo leo" userId="6d7d4c2b5265bb36" providerId="LiveId" clId="{D0877FDF-49B6-4087-8AD9-233EB41FC845}" dt="2022-10-19T16:54:56.344" v="3194" actId="1076"/>
          <ac:spMkLst>
            <pc:docMk/>
            <pc:sldMk cId="3261689971" sldId="266"/>
            <ac:spMk id="3" creationId="{9E5A9D5F-74B1-AF51-A1D3-7AFBF11B4A54}"/>
          </ac:spMkLst>
        </pc:spChg>
        <pc:picChg chg="mod">
          <ac:chgData name="leo leo" userId="6d7d4c2b5265bb36" providerId="LiveId" clId="{D0877FDF-49B6-4087-8AD9-233EB41FC845}" dt="2022-10-19T16:54:56.344" v="3194" actId="1076"/>
          <ac:picMkLst>
            <pc:docMk/>
            <pc:sldMk cId="3261689971" sldId="266"/>
            <ac:picMk id="5" creationId="{01A954F5-5F06-73C1-8475-9A9C9115DA05}"/>
          </ac:picMkLst>
        </pc:picChg>
      </pc:sldChg>
      <pc:sldChg chg="modTransition modAnim">
        <pc:chgData name="leo leo" userId="6d7d4c2b5265bb36" providerId="LiveId" clId="{D0877FDF-49B6-4087-8AD9-233EB41FC845}" dt="2022-10-19T16:53:20.562" v="3179"/>
        <pc:sldMkLst>
          <pc:docMk/>
          <pc:sldMk cId="2997190747" sldId="267"/>
        </pc:sldMkLst>
      </pc:sldChg>
      <pc:sldChg chg="modTransition">
        <pc:chgData name="leo leo" userId="6d7d4c2b5265bb36" providerId="LiveId" clId="{D0877FDF-49B6-4087-8AD9-233EB41FC845}" dt="2022-10-19T16:49:48.318" v="3142"/>
        <pc:sldMkLst>
          <pc:docMk/>
          <pc:sldMk cId="3604699233" sldId="268"/>
        </pc:sldMkLst>
      </pc:sldChg>
      <pc:sldChg chg="modSp mod modTransition">
        <pc:chgData name="leo leo" userId="6d7d4c2b5265bb36" providerId="LiveId" clId="{D0877FDF-49B6-4087-8AD9-233EB41FC845}" dt="2022-10-19T16:49:26.764" v="3141"/>
        <pc:sldMkLst>
          <pc:docMk/>
          <pc:sldMk cId="1272619914" sldId="269"/>
        </pc:sldMkLst>
        <pc:spChg chg="mod">
          <ac:chgData name="leo leo" userId="6d7d4c2b5265bb36" providerId="LiveId" clId="{D0877FDF-49B6-4087-8AD9-233EB41FC845}" dt="2022-10-19T09:07:31.999" v="1546" actId="12788"/>
          <ac:spMkLst>
            <pc:docMk/>
            <pc:sldMk cId="1272619914" sldId="269"/>
            <ac:spMk id="2" creationId="{0132A32A-FA79-8F07-53C1-372C8047EFB4}"/>
          </ac:spMkLst>
        </pc:spChg>
      </pc:sldChg>
      <pc:sldChg chg="del">
        <pc:chgData name="leo leo" userId="6d7d4c2b5265bb36" providerId="LiveId" clId="{D0877FDF-49B6-4087-8AD9-233EB41FC845}" dt="2022-10-19T16:43:32.441" v="3101" actId="2696"/>
        <pc:sldMkLst>
          <pc:docMk/>
          <pc:sldMk cId="2988519941" sldId="270"/>
        </pc:sldMkLst>
      </pc:sldChg>
      <pc:sldChg chg="addSp delSp modSp add mod modTransition setBg">
        <pc:chgData name="leo leo" userId="6d7d4c2b5265bb36" providerId="LiveId" clId="{D0877FDF-49B6-4087-8AD9-233EB41FC845}" dt="2022-10-19T16:45:30.417" v="3113"/>
        <pc:sldMkLst>
          <pc:docMk/>
          <pc:sldMk cId="3704169890" sldId="270"/>
        </pc:sldMkLst>
        <pc:spChg chg="del">
          <ac:chgData name="leo leo" userId="6d7d4c2b5265bb36" providerId="LiveId" clId="{D0877FDF-49B6-4087-8AD9-233EB41FC845}" dt="2022-10-19T16:43:39.631" v="3103" actId="478"/>
          <ac:spMkLst>
            <pc:docMk/>
            <pc:sldMk cId="3704169890" sldId="270"/>
            <ac:spMk id="2" creationId="{F20C3722-1538-A696-77C3-09A4B0120AB7}"/>
          </ac:spMkLst>
        </pc:spChg>
        <pc:spChg chg="del">
          <ac:chgData name="leo leo" userId="6d7d4c2b5265bb36" providerId="LiveId" clId="{D0877FDF-49B6-4087-8AD9-233EB41FC845}" dt="2022-10-19T16:43:39.631" v="3103" actId="478"/>
          <ac:spMkLst>
            <pc:docMk/>
            <pc:sldMk cId="3704169890" sldId="270"/>
            <ac:spMk id="3" creationId="{00CEF1B8-C152-D891-741B-CF7C0D6E898B}"/>
          </ac:spMkLst>
        </pc:spChg>
        <pc:spChg chg="add del mod">
          <ac:chgData name="leo leo" userId="6d7d4c2b5265bb36" providerId="LiveId" clId="{D0877FDF-49B6-4087-8AD9-233EB41FC845}" dt="2022-10-19T16:43:42.772" v="3104" actId="478"/>
          <ac:spMkLst>
            <pc:docMk/>
            <pc:sldMk cId="3704169890" sldId="270"/>
            <ac:spMk id="5" creationId="{9258030B-9D86-3B84-1F4D-9CE0CD6756C5}"/>
          </ac:spMkLst>
        </pc:spChg>
      </pc:sldChg>
      <pc:sldChg chg="modSp new mod modTransition modAnim chgLayout">
        <pc:chgData name="leo leo" userId="6d7d4c2b5265bb36" providerId="LiveId" clId="{D0877FDF-49B6-4087-8AD9-233EB41FC845}" dt="2022-10-19T16:57:07.881" v="3213"/>
        <pc:sldMkLst>
          <pc:docMk/>
          <pc:sldMk cId="2379576238" sldId="271"/>
        </pc:sldMkLst>
        <pc:spChg chg="mod ord">
          <ac:chgData name="leo leo" userId="6d7d4c2b5265bb36" providerId="LiveId" clId="{D0877FDF-49B6-4087-8AD9-233EB41FC845}" dt="2022-10-19T09:37:19.832" v="3002" actId="700"/>
          <ac:spMkLst>
            <pc:docMk/>
            <pc:sldMk cId="2379576238" sldId="271"/>
            <ac:spMk id="2" creationId="{58296D3F-1091-4425-16AD-76B1F1191A1E}"/>
          </ac:spMkLst>
        </pc:spChg>
        <pc:spChg chg="mod ord">
          <ac:chgData name="leo leo" userId="6d7d4c2b5265bb36" providerId="LiveId" clId="{D0877FDF-49B6-4087-8AD9-233EB41FC845}" dt="2022-10-19T09:37:19.832" v="3002" actId="700"/>
          <ac:spMkLst>
            <pc:docMk/>
            <pc:sldMk cId="2379576238" sldId="271"/>
            <ac:spMk id="3" creationId="{CF3BFD97-ABC0-1894-EE48-29B4C936D2A7}"/>
          </ac:spMkLst>
        </pc:spChg>
      </pc:sldChg>
      <pc:sldChg chg="addSp delSp modSp new mod modTransition modClrScheme chgLayout">
        <pc:chgData name="leo leo" userId="6d7d4c2b5265bb36" providerId="LiveId" clId="{D0877FDF-49B6-4087-8AD9-233EB41FC845}" dt="2022-10-19T16:49:55.135" v="3143"/>
        <pc:sldMkLst>
          <pc:docMk/>
          <pc:sldMk cId="1480574436" sldId="272"/>
        </pc:sldMkLst>
        <pc:spChg chg="del mod ord">
          <ac:chgData name="leo leo" userId="6d7d4c2b5265bb36" providerId="LiveId" clId="{D0877FDF-49B6-4087-8AD9-233EB41FC845}" dt="2022-10-19T09:34:04.318" v="2590" actId="700"/>
          <ac:spMkLst>
            <pc:docMk/>
            <pc:sldMk cId="1480574436" sldId="272"/>
            <ac:spMk id="2" creationId="{7E296663-6C62-D3A9-76BA-7538756BFC2B}"/>
          </ac:spMkLst>
        </pc:spChg>
        <pc:spChg chg="del mod ord">
          <ac:chgData name="leo leo" userId="6d7d4c2b5265bb36" providerId="LiveId" clId="{D0877FDF-49B6-4087-8AD9-233EB41FC845}" dt="2022-10-19T09:34:04.318" v="2590" actId="700"/>
          <ac:spMkLst>
            <pc:docMk/>
            <pc:sldMk cId="1480574436" sldId="272"/>
            <ac:spMk id="3" creationId="{277943F4-F4BD-47CB-942A-AB5B226C397B}"/>
          </ac:spMkLst>
        </pc:spChg>
        <pc:spChg chg="add mod ord">
          <ac:chgData name="leo leo" userId="6d7d4c2b5265bb36" providerId="LiveId" clId="{D0877FDF-49B6-4087-8AD9-233EB41FC845}" dt="2022-10-19T09:35:06.559" v="2811" actId="20577"/>
          <ac:spMkLst>
            <pc:docMk/>
            <pc:sldMk cId="1480574436" sldId="272"/>
            <ac:spMk id="4" creationId="{6A038CCF-E1F2-5CAF-0AD6-9B4CA58B5A53}"/>
          </ac:spMkLst>
        </pc:spChg>
        <pc:spChg chg="add mod ord">
          <ac:chgData name="leo leo" userId="6d7d4c2b5265bb36" providerId="LiveId" clId="{D0877FDF-49B6-4087-8AD9-233EB41FC845}" dt="2022-10-19T09:34:04.318" v="2590" actId="700"/>
          <ac:spMkLst>
            <pc:docMk/>
            <pc:sldMk cId="1480574436" sldId="272"/>
            <ac:spMk id="5" creationId="{49BC5304-7E22-84C2-A35C-632D5C945EC0}"/>
          </ac:spMkLst>
        </pc:spChg>
      </pc:sldChg>
      <pc:sldChg chg="addSp delSp modSp new del mod modClrScheme chgLayout">
        <pc:chgData name="leo leo" userId="6d7d4c2b5265bb36" providerId="LiveId" clId="{D0877FDF-49B6-4087-8AD9-233EB41FC845}" dt="2022-10-19T09:36:41.668" v="2950" actId="47"/>
        <pc:sldMkLst>
          <pc:docMk/>
          <pc:sldMk cId="2684454724" sldId="273"/>
        </pc:sldMkLst>
        <pc:spChg chg="del mod ord">
          <ac:chgData name="leo leo" userId="6d7d4c2b5265bb36" providerId="LiveId" clId="{D0877FDF-49B6-4087-8AD9-233EB41FC845}" dt="2022-10-19T09:35:32.002" v="2813" actId="700"/>
          <ac:spMkLst>
            <pc:docMk/>
            <pc:sldMk cId="2684454724" sldId="273"/>
            <ac:spMk id="2" creationId="{5FD54074-62A2-8B35-4487-03D1B412EFE7}"/>
          </ac:spMkLst>
        </pc:spChg>
        <pc:spChg chg="del mod ord">
          <ac:chgData name="leo leo" userId="6d7d4c2b5265bb36" providerId="LiveId" clId="{D0877FDF-49B6-4087-8AD9-233EB41FC845}" dt="2022-10-19T09:35:32.002" v="2813" actId="700"/>
          <ac:spMkLst>
            <pc:docMk/>
            <pc:sldMk cId="2684454724" sldId="273"/>
            <ac:spMk id="3" creationId="{8973DAFA-AE18-F19F-3F24-45B0C656DD03}"/>
          </ac:spMkLst>
        </pc:spChg>
        <pc:spChg chg="add mod ord">
          <ac:chgData name="leo leo" userId="6d7d4c2b5265bb36" providerId="LiveId" clId="{D0877FDF-49B6-4087-8AD9-233EB41FC845}" dt="2022-10-19T09:36:36.637" v="2949" actId="20577"/>
          <ac:spMkLst>
            <pc:docMk/>
            <pc:sldMk cId="2684454724" sldId="273"/>
            <ac:spMk id="4" creationId="{BA330DD6-3A99-FA2B-937F-2FC54C305E23}"/>
          </ac:spMkLst>
        </pc:spChg>
        <pc:spChg chg="add mod ord">
          <ac:chgData name="leo leo" userId="6d7d4c2b5265bb36" providerId="LiveId" clId="{D0877FDF-49B6-4087-8AD9-233EB41FC845}" dt="2022-10-19T09:35:32.002" v="2813" actId="700"/>
          <ac:spMkLst>
            <pc:docMk/>
            <pc:sldMk cId="2684454724" sldId="273"/>
            <ac:spMk id="5" creationId="{074495E4-8C08-C97A-1E7B-7921AE39BE01}"/>
          </ac:spMkLst>
        </pc:spChg>
      </pc:sldChg>
      <pc:sldMasterChg chg="setBg modSldLayout">
        <pc:chgData name="leo leo" userId="6d7d4c2b5265bb36" providerId="LiveId" clId="{D0877FDF-49B6-4087-8AD9-233EB41FC845}" dt="2022-10-19T16:39:42.765" v="3025"/>
        <pc:sldMasterMkLst>
          <pc:docMk/>
          <pc:sldMasterMk cId="704217615" sldId="2147483648"/>
        </pc:sldMasterMkLst>
        <pc:sldLayoutChg chg="setBg">
          <pc:chgData name="leo leo" userId="6d7d4c2b5265bb36" providerId="LiveId" clId="{D0877FDF-49B6-4087-8AD9-233EB41FC845}" dt="2022-10-19T16:39:42.765" v="3025"/>
          <pc:sldLayoutMkLst>
            <pc:docMk/>
            <pc:sldMasterMk cId="704217615" sldId="2147483648"/>
            <pc:sldLayoutMk cId="156364869" sldId="2147483649"/>
          </pc:sldLayoutMkLst>
        </pc:sldLayoutChg>
        <pc:sldLayoutChg chg="setBg">
          <pc:chgData name="leo leo" userId="6d7d4c2b5265bb36" providerId="LiveId" clId="{D0877FDF-49B6-4087-8AD9-233EB41FC845}" dt="2022-10-19T16:39:42.765" v="3025"/>
          <pc:sldLayoutMkLst>
            <pc:docMk/>
            <pc:sldMasterMk cId="704217615" sldId="2147483648"/>
            <pc:sldLayoutMk cId="3052699164" sldId="2147483650"/>
          </pc:sldLayoutMkLst>
        </pc:sldLayoutChg>
        <pc:sldLayoutChg chg="setBg">
          <pc:chgData name="leo leo" userId="6d7d4c2b5265bb36" providerId="LiveId" clId="{D0877FDF-49B6-4087-8AD9-233EB41FC845}" dt="2022-10-19T16:39:42.765" v="3025"/>
          <pc:sldLayoutMkLst>
            <pc:docMk/>
            <pc:sldMasterMk cId="704217615" sldId="2147483648"/>
            <pc:sldLayoutMk cId="3479820086" sldId="2147483651"/>
          </pc:sldLayoutMkLst>
        </pc:sldLayoutChg>
        <pc:sldLayoutChg chg="setBg">
          <pc:chgData name="leo leo" userId="6d7d4c2b5265bb36" providerId="LiveId" clId="{D0877FDF-49B6-4087-8AD9-233EB41FC845}" dt="2022-10-19T16:39:42.765" v="3025"/>
          <pc:sldLayoutMkLst>
            <pc:docMk/>
            <pc:sldMasterMk cId="704217615" sldId="2147483648"/>
            <pc:sldLayoutMk cId="1186056734" sldId="2147483652"/>
          </pc:sldLayoutMkLst>
        </pc:sldLayoutChg>
        <pc:sldLayoutChg chg="setBg">
          <pc:chgData name="leo leo" userId="6d7d4c2b5265bb36" providerId="LiveId" clId="{D0877FDF-49B6-4087-8AD9-233EB41FC845}" dt="2022-10-19T16:39:42.765" v="3025"/>
          <pc:sldLayoutMkLst>
            <pc:docMk/>
            <pc:sldMasterMk cId="704217615" sldId="2147483648"/>
            <pc:sldLayoutMk cId="2724216059" sldId="2147483653"/>
          </pc:sldLayoutMkLst>
        </pc:sldLayoutChg>
        <pc:sldLayoutChg chg="setBg">
          <pc:chgData name="leo leo" userId="6d7d4c2b5265bb36" providerId="LiveId" clId="{D0877FDF-49B6-4087-8AD9-233EB41FC845}" dt="2022-10-19T16:39:42.765" v="3025"/>
          <pc:sldLayoutMkLst>
            <pc:docMk/>
            <pc:sldMasterMk cId="704217615" sldId="2147483648"/>
            <pc:sldLayoutMk cId="3791221372" sldId="2147483654"/>
          </pc:sldLayoutMkLst>
        </pc:sldLayoutChg>
        <pc:sldLayoutChg chg="setBg">
          <pc:chgData name="leo leo" userId="6d7d4c2b5265bb36" providerId="LiveId" clId="{D0877FDF-49B6-4087-8AD9-233EB41FC845}" dt="2022-10-19T16:39:42.765" v="3025"/>
          <pc:sldLayoutMkLst>
            <pc:docMk/>
            <pc:sldMasterMk cId="704217615" sldId="2147483648"/>
            <pc:sldLayoutMk cId="3942748715" sldId="2147483655"/>
          </pc:sldLayoutMkLst>
        </pc:sldLayoutChg>
        <pc:sldLayoutChg chg="setBg">
          <pc:chgData name="leo leo" userId="6d7d4c2b5265bb36" providerId="LiveId" clId="{D0877FDF-49B6-4087-8AD9-233EB41FC845}" dt="2022-10-19T16:39:42.765" v="3025"/>
          <pc:sldLayoutMkLst>
            <pc:docMk/>
            <pc:sldMasterMk cId="704217615" sldId="2147483648"/>
            <pc:sldLayoutMk cId="2987799877" sldId="2147483656"/>
          </pc:sldLayoutMkLst>
        </pc:sldLayoutChg>
        <pc:sldLayoutChg chg="setBg">
          <pc:chgData name="leo leo" userId="6d7d4c2b5265bb36" providerId="LiveId" clId="{D0877FDF-49B6-4087-8AD9-233EB41FC845}" dt="2022-10-19T16:39:42.765" v="3025"/>
          <pc:sldLayoutMkLst>
            <pc:docMk/>
            <pc:sldMasterMk cId="704217615" sldId="2147483648"/>
            <pc:sldLayoutMk cId="76227629" sldId="2147483657"/>
          </pc:sldLayoutMkLst>
        </pc:sldLayoutChg>
        <pc:sldLayoutChg chg="setBg">
          <pc:chgData name="leo leo" userId="6d7d4c2b5265bb36" providerId="LiveId" clId="{D0877FDF-49B6-4087-8AD9-233EB41FC845}" dt="2022-10-19T16:39:42.765" v="3025"/>
          <pc:sldLayoutMkLst>
            <pc:docMk/>
            <pc:sldMasterMk cId="704217615" sldId="2147483648"/>
            <pc:sldLayoutMk cId="3076118578" sldId="2147483658"/>
          </pc:sldLayoutMkLst>
        </pc:sldLayoutChg>
        <pc:sldLayoutChg chg="setBg">
          <pc:chgData name="leo leo" userId="6d7d4c2b5265bb36" providerId="LiveId" clId="{D0877FDF-49B6-4087-8AD9-233EB41FC845}" dt="2022-10-19T16:39:42.765" v="3025"/>
          <pc:sldLayoutMkLst>
            <pc:docMk/>
            <pc:sldMasterMk cId="704217615" sldId="2147483648"/>
            <pc:sldLayoutMk cId="3404617517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A56DD-B09E-2C15-671E-45BEE06CEE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0A329E-B388-A279-9C28-5249F937F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B0AE2-D365-DB51-F88E-75CFB6E78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6A0AC-E154-41AE-AF8D-A3EB714DF977}" type="datetimeFigureOut">
              <a:rPr lang="el-GR" smtClean="0"/>
              <a:t>19/10/2022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47643-72FE-F325-E64C-0A9617BE2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B0061-B606-8E32-FCEC-A466B608D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AB3A-A92B-4938-9AC5-E46E2B3CFD4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6364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51919-F9C1-CD8E-E90C-7CBB8FCC8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6B54F-ADA5-2E65-F843-E3C4B0318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0D42B-BC33-B213-0732-BA15D6AAB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6A0AC-E154-41AE-AF8D-A3EB714DF977}" type="datetimeFigureOut">
              <a:rPr lang="el-GR" smtClean="0"/>
              <a:t>19/10/2022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3187C-1FF1-812D-2389-649FEDC65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FE7E0-4EB4-EFDE-1E7B-27CF5D7BF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AB3A-A92B-4938-9AC5-E46E2B3CFD4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52699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A776-89C3-4B3B-3AF7-D7756DF38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618E8-F1D0-22BB-B228-4653AFA27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A566B-0FB8-EFBD-41F3-8547E9619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6A0AC-E154-41AE-AF8D-A3EB714DF977}" type="datetimeFigureOut">
              <a:rPr lang="el-GR" smtClean="0"/>
              <a:t>19/10/2022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114F0-1F49-01D8-A6F3-1D35185CB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5E29D-8B0C-9418-4857-1234A872E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AB3A-A92B-4938-9AC5-E46E2B3CFD4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79820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12D0F-2C8E-4FC9-B672-FF412B0C1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8118A-66B5-2CC8-6B3D-C08C8CE39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6E61CA-765D-8800-837F-31E9E23281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46DF91-6498-0541-95CA-4B6A6CB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6A0AC-E154-41AE-AF8D-A3EB714DF977}" type="datetimeFigureOut">
              <a:rPr lang="el-GR" smtClean="0"/>
              <a:t>19/10/2022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1A0F33-5CE8-164A-9BD0-665992EC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6EFA1-D6E8-0042-E06E-C5199BA1E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AB3A-A92B-4938-9AC5-E46E2B3CFD4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86056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7C9CD-CDFD-F3A8-0419-E22B05D93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0BD7A0-B6B2-C6C2-0191-FDC954A34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73FBB-9B7F-8F3C-BAB4-75F2DB9A4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0F9D1D-DB81-26DC-5D1D-D77A797572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0964D9-260D-BD6A-7930-99ACDA5181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C2DF38-2954-3302-A2E8-BF6FB8B7D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6A0AC-E154-41AE-AF8D-A3EB714DF977}" type="datetimeFigureOut">
              <a:rPr lang="el-GR" smtClean="0"/>
              <a:t>19/10/2022</a:t>
            </a:fld>
            <a:endParaRPr lang="el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12DD22-3F96-20DF-5606-5E630617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BACA47-5E65-95F0-E3E3-E6F695737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AB3A-A92B-4938-9AC5-E46E2B3CFD4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24216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7E680-7F1A-7E4C-C44F-118C9FD1B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7C611-045C-B25E-A73B-288350907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6A0AC-E154-41AE-AF8D-A3EB714DF977}" type="datetimeFigureOut">
              <a:rPr lang="el-GR" smtClean="0"/>
              <a:t>19/10/2022</a:t>
            </a:fld>
            <a:endParaRPr lang="el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DFD710-ABBD-001D-9E31-F68887F75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4991A8-02CD-9D0B-22D5-E3931D65F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AB3A-A92B-4938-9AC5-E46E2B3CFD4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91221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D0739D-9A0B-915B-87FC-4E7218351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6A0AC-E154-41AE-AF8D-A3EB714DF977}" type="datetimeFigureOut">
              <a:rPr lang="el-GR" smtClean="0"/>
              <a:t>19/10/2022</a:t>
            </a:fld>
            <a:endParaRPr lang="el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BDFE9B-572D-4153-9BDE-AEF6C09DC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9EC46-0A41-859A-79AA-A296A1799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AB3A-A92B-4938-9AC5-E46E2B3CFD4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42748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A221B-A041-1C95-6BF5-85597E00F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2E054-169A-A4D0-616E-A9002AA51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2B6802-73B5-54FF-420C-42DDD3F09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916FD-A42F-B6AA-7161-2AD25B211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6A0AC-E154-41AE-AF8D-A3EB714DF977}" type="datetimeFigureOut">
              <a:rPr lang="el-GR" smtClean="0"/>
              <a:t>19/10/2022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A0BBE-977A-96E6-91D4-530F03ADF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A33CA-91E9-CAF1-A92A-3975DE2A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AB3A-A92B-4938-9AC5-E46E2B3CFD4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87799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9CB34-7334-48E2-6BEA-E8EDB46AC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19C44-2C9B-A842-2E75-47E11DDC8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D8858-371E-3F93-78D2-2E1A1322D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E907C-A756-51A1-4AC0-D4748FC85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6A0AC-E154-41AE-AF8D-A3EB714DF977}" type="datetimeFigureOut">
              <a:rPr lang="el-GR" smtClean="0"/>
              <a:t>19/10/2022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6FA70E-A51D-66A7-D2A1-9A52F593F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228A1-6000-7C93-302E-409C833B7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AB3A-A92B-4938-9AC5-E46E2B3CFD4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6227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48F16-7B8F-558C-1D66-138240A87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30857-9AFA-7548-DA2E-43EA47E41F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EF4B9-D408-F4CF-F049-6189C820F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6A0AC-E154-41AE-AF8D-A3EB714DF977}" type="datetimeFigureOut">
              <a:rPr lang="el-GR" smtClean="0"/>
              <a:t>19/10/2022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B3D14-33C8-B03A-A8F6-3F62262F1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3FC52-8DC7-F156-1B69-E1B013B5E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AB3A-A92B-4938-9AC5-E46E2B3CFD4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7611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0E8D72-479A-DDC3-B6B5-BD78494574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3212CF-5855-00E3-6B48-B7B9A3169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4A1BB-E1BF-7BE8-AA51-665114434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6A0AC-E154-41AE-AF8D-A3EB714DF977}" type="datetimeFigureOut">
              <a:rPr lang="el-GR" smtClean="0"/>
              <a:t>19/10/2022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F5A99-1C40-035F-2B42-7933FA331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BE7CB-8F71-8947-B238-A2283B609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AB3A-A92B-4938-9AC5-E46E2B3CFD4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04617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0000"/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BE97F1-1947-EF5D-4C92-F6BEAA88B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9E42E-D8A3-499F-8C45-D7AACD5E2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66813-9AC7-3A04-D71C-1DDADA2C6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16A0AC-E154-41AE-AF8D-A3EB714DF977}" type="datetimeFigureOut">
              <a:rPr lang="el-GR" smtClean="0"/>
              <a:t>19/10/2022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CDAA2-5602-2792-861B-7239743B5E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63B9E-4A34-1F3D-6547-C23142033F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CAB3A-A92B-4938-9AC5-E46E2B3CFD4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04217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l.wikipedia.org/wiki/Amazon.com" TargetMode="External"/><Relationship Id="rId7" Type="http://schemas.openxmlformats.org/officeDocument/2006/relationships/hyperlink" Target="https://www.oneman.gr/originals/pws-apo-vivliopwleio-to-amazon-eftase-na-poylaei-moystakia-poy-myrizoyn-bacon/" TargetMode="External"/><Relationship Id="rId2" Type="http://schemas.openxmlformats.org/officeDocument/2006/relationships/hyperlink" Target="https://en.wikipedia.org/wiki/Amazon_(company)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ctualidadecommerce.com/el/que-es-amazon/" TargetMode="External"/><Relationship Id="rId5" Type="http://schemas.openxmlformats.org/officeDocument/2006/relationships/hyperlink" Target="https://en.wikipedia.org/wiki/Amazon_Web_Services" TargetMode="External"/><Relationship Id="rId4" Type="http://schemas.openxmlformats.org/officeDocument/2006/relationships/hyperlink" Target="https://el.wikipedia.org/wiki/&#919;&#955;&#949;&#954;&#964;&#961;&#959;&#957;&#953;&#954;&#972;_&#949;&#956;&#960;&#972;&#961;&#953;&#959;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4169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91C97-C4B1-1403-EA2D-F0C986F73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Τι είναι η</a:t>
            </a:r>
            <a:r>
              <a:rPr lang="en-US"/>
              <a:t> Amazon;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30513-45C1-DC28-5541-1F5CA1877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l-GR" dirty="0"/>
              <a:t>Είναι η μεγαλύτερη διαδικτυακή εταιρεία λιανικής στον κόσμο.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l-GR" dirty="0"/>
              <a:t>Κανείς μπορεί να βρει οποιοδήποτε προϊόν, καθώς είναι πολύ πιθανό ότι κάποιος προμηθευτής το πουλάει.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l-GR" dirty="0"/>
              <a:t>Εκτός από την πώληση πολλών αγαθών, παρέχει διαδικτυακές υπηρεσίες (</a:t>
            </a:r>
            <a:r>
              <a:rPr lang="en-US" dirty="0"/>
              <a:t>Amazon Web Services – AWS).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l-GR" dirty="0"/>
              <a:t>Αν και θεωρείται ένα απλό</a:t>
            </a:r>
            <a:r>
              <a:rPr lang="en-US" dirty="0"/>
              <a:t> online </a:t>
            </a:r>
            <a:r>
              <a:rPr lang="el-GR" dirty="0"/>
              <a:t>κατάστημα, εντούτοις έχει τεράστια υποδομή για την υποστήριξη του καταστήματος, βασισμένη σε εξελιγμένα μοντέλα πληροφοριακών συστημάτων.</a:t>
            </a:r>
          </a:p>
        </p:txBody>
      </p:sp>
    </p:spTree>
    <p:extLst>
      <p:ext uri="{BB962C8B-B14F-4D97-AF65-F5344CB8AC3E}">
        <p14:creationId xmlns:p14="http://schemas.microsoft.com/office/powerpoint/2010/main" val="314465734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9C2FC-C94B-F083-337D-BED36A17B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Τι είναι η </a:t>
            </a:r>
            <a:r>
              <a:rPr lang="en-US" dirty="0"/>
              <a:t>Amazon;</a:t>
            </a:r>
            <a:endParaRPr lang="en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FBC38-5083-227A-5ADE-208B57398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l-GR" dirty="0"/>
              <a:t>Σήμερα, η επιχειρηματική δράση της </a:t>
            </a:r>
            <a:r>
              <a:rPr lang="el-GR" dirty="0" err="1"/>
              <a:t>Amazon</a:t>
            </a:r>
            <a:r>
              <a:rPr lang="el-GR" dirty="0"/>
              <a:t> μπορεί να ομαδοποιηθεί σε τρεις βασικές κατηγορίες:</a:t>
            </a:r>
          </a:p>
          <a:p>
            <a:r>
              <a:rPr lang="el-GR" dirty="0" err="1"/>
              <a:t>Online</a:t>
            </a:r>
            <a:r>
              <a:rPr lang="el-GR" dirty="0"/>
              <a:t> λιανικό εμπόριο</a:t>
            </a:r>
          </a:p>
          <a:p>
            <a:r>
              <a:rPr lang="el-GR" dirty="0"/>
              <a:t>Επεξεργασία και αποστολή παραγγελιών</a:t>
            </a:r>
          </a:p>
          <a:p>
            <a:r>
              <a:rPr lang="el-GR" dirty="0"/>
              <a:t>Υπηρεσίες νέφους</a:t>
            </a:r>
          </a:p>
          <a:p>
            <a:endParaRPr lang="en-GR" dirty="0"/>
          </a:p>
        </p:txBody>
      </p:sp>
    </p:spTree>
    <p:extLst>
      <p:ext uri="{BB962C8B-B14F-4D97-AF65-F5344CB8AC3E}">
        <p14:creationId xmlns:p14="http://schemas.microsoft.com/office/powerpoint/2010/main" val="2997190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BA6BE-A42B-FE3D-E903-F1849AD6D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Τι είναι η</a:t>
            </a:r>
            <a:r>
              <a:rPr lang="en-US" dirty="0"/>
              <a:t> Amazon;</a:t>
            </a:r>
            <a:endParaRPr lang="el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B3A6B-C85F-AE15-E28A-1203EA172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/>
              <a:t>Μια εταιρεία αυστηρά με χαρακτήρα διανομής, χωρίς να διατηρεί απόθεμα των προϊόντων αποκλειστικά συνεργαζόμενη με προμηθευτές. </a:t>
            </a:r>
          </a:p>
          <a:p>
            <a:r>
              <a:rPr lang="el-GR" dirty="0"/>
              <a:t>Και εκεί ακριβώς βρίσκεται η επιτυχία… σημειώνοντας αποστολή </a:t>
            </a:r>
            <a:r>
              <a:rPr lang="el-GR" b="1" dirty="0"/>
              <a:t>36,8 εκατομμυρίων αντικειμένων </a:t>
            </a:r>
            <a:r>
              <a:rPr lang="el-GR" dirty="0"/>
              <a:t>την πιο σημαντική μέρα του χρόνου, τα Χριστούγεννα.</a:t>
            </a:r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57559177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1E55F-9B2A-B069-F5FF-5C4077476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Πώς γεννήθηκε, όμως, η ιδέα για την </a:t>
            </a:r>
            <a:r>
              <a:rPr lang="el-GR" err="1"/>
              <a:t>Amazon</a:t>
            </a:r>
            <a:r>
              <a:rPr lang="el-GR"/>
              <a:t>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2A073-0E6F-59F2-1EB4-5E5F7A8C0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l-GR" dirty="0"/>
              <a:t>Ο αρχικός σχεδιασμός ήταν ένα </a:t>
            </a:r>
            <a:r>
              <a:rPr lang="el-GR" dirty="0" err="1"/>
              <a:t>online</a:t>
            </a:r>
            <a:r>
              <a:rPr lang="el-GR" dirty="0"/>
              <a:t> βιβλιοπωλείο, που θα διένειμε βιβλία, χωρίς να υπάρχει κάποιο φυσικό κατάστημα. </a:t>
            </a:r>
          </a:p>
          <a:p>
            <a:r>
              <a:rPr lang="el-GR" dirty="0"/>
              <a:t>Το 1994 ιδρύεται η εταιρεία από τον </a:t>
            </a:r>
            <a:r>
              <a:rPr lang="en-US" dirty="0"/>
              <a:t>Jeff Bezos. </a:t>
            </a:r>
            <a:endParaRPr lang="el-GR" dirty="0"/>
          </a:p>
          <a:p>
            <a:r>
              <a:rPr lang="el-GR" dirty="0"/>
              <a:t>Ο </a:t>
            </a:r>
            <a:r>
              <a:rPr lang="en-US" dirty="0"/>
              <a:t>Bezos</a:t>
            </a:r>
            <a:r>
              <a:rPr lang="el-GR" dirty="0"/>
              <a:t>, αφού διάβασε μια αναφορά που ανέλυε την αγορά του Διαδικτύου και το μέλλον της, ανακάλυψε ότι προβάλλεται ετήσια αύξηση 2.300% στο </a:t>
            </a:r>
            <a:r>
              <a:rPr lang="el-GR" b="1" dirty="0" err="1"/>
              <a:t>web</a:t>
            </a:r>
            <a:r>
              <a:rPr lang="el-GR" b="1" dirty="0"/>
              <a:t> </a:t>
            </a:r>
            <a:r>
              <a:rPr lang="el-GR" b="1" dirty="0" err="1"/>
              <a:t>commerce</a:t>
            </a:r>
            <a:r>
              <a:rPr lang="en-US" b="1" dirty="0"/>
              <a:t> (</a:t>
            </a:r>
            <a:r>
              <a:rPr lang="el-GR" b="1" dirty="0"/>
              <a:t>ή </a:t>
            </a:r>
            <a:r>
              <a:rPr lang="en-US" b="1" dirty="0"/>
              <a:t>e-commerce)</a:t>
            </a:r>
            <a:r>
              <a:rPr lang="el-GR" dirty="0"/>
              <a:t>.</a:t>
            </a:r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080773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DE87C-C32E-C9A6-AAA8-A5CD1A9F3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Τι είναι το </a:t>
            </a:r>
            <a:r>
              <a:rPr lang="en-US"/>
              <a:t>e-</a:t>
            </a:r>
            <a:r>
              <a:rPr lang="el-GR" err="1"/>
              <a:t>commerce</a:t>
            </a:r>
            <a:r>
              <a:rPr lang="el-GR"/>
              <a:t>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7F3B2-D436-89A8-B584-B1070A2AE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/>
              <a:t>Είναι το ηλεκτρονικό εμπόριο παροχής αγαθών και υπηρεσιών που πραγματοποιείται εξ αποστάσεως με ηλεκτρονικά μέσα. </a:t>
            </a:r>
          </a:p>
          <a:p>
            <a:r>
              <a:rPr lang="el-GR" dirty="0"/>
              <a:t>Βασίζεται στην ηλεκτρονική αγοραπωλησία, χωρίς να καθίσταται αναγκαία η φυσική παρουσία πωλητή-αγοραστή.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4279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C8CD3-D8AF-16DD-37A3-911F1199C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Η πορεία της εταιρείας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728CF-1CA3-62CC-9ABC-3CEAD7D36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l-GR" dirty="0"/>
              <a:t>ο 1995 αποκτάει πρόσβαση σε περίπου </a:t>
            </a:r>
            <a:r>
              <a:rPr lang="el-GR" b="1" dirty="0"/>
              <a:t>1 εκατομμύρια τίτλους βιβλίων</a:t>
            </a:r>
            <a:r>
              <a:rPr lang="el-GR" dirty="0"/>
              <a:t>. </a:t>
            </a:r>
          </a:p>
          <a:p>
            <a:r>
              <a:rPr lang="el-GR" dirty="0"/>
              <a:t>Το 1998 αρχίζει να πουλάει βίντεο και μουσική, ποικίλοντας το εύρος των εμπορευμάτων του.  </a:t>
            </a:r>
          </a:p>
          <a:p>
            <a:r>
              <a:rPr lang="el-GR" dirty="0"/>
              <a:t>Από τις αρχές της προηγούμενης δεκαετίας κάνουν την εμφάνισή τους τα </a:t>
            </a:r>
            <a:r>
              <a:rPr lang="el-GR" dirty="0" err="1"/>
              <a:t>web</a:t>
            </a:r>
            <a:r>
              <a:rPr lang="el-GR" dirty="0"/>
              <a:t> </a:t>
            </a:r>
            <a:r>
              <a:rPr lang="el-GR" dirty="0" err="1"/>
              <a:t>services</a:t>
            </a:r>
            <a:r>
              <a:rPr lang="el-GR" dirty="0"/>
              <a:t>. </a:t>
            </a:r>
          </a:p>
          <a:p>
            <a:r>
              <a:rPr lang="el-GR" dirty="0"/>
              <a:t>Το 2002 ιδρύεται το </a:t>
            </a:r>
            <a:r>
              <a:rPr lang="el-GR" dirty="0" err="1"/>
              <a:t>Amazon</a:t>
            </a:r>
            <a:r>
              <a:rPr lang="el-GR" dirty="0"/>
              <a:t> Web Services. </a:t>
            </a:r>
            <a:endParaRPr lang="en-US" dirty="0"/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91982563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A9D5F-74B1-AF51-A1D3-7AFBF11B4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3163"/>
            <a:ext cx="10515600" cy="4351338"/>
          </a:xfrm>
        </p:spPr>
        <p:txBody>
          <a:bodyPr/>
          <a:lstStyle/>
          <a:p>
            <a:r>
              <a:rPr lang="el-GR" dirty="0"/>
              <a:t>«ένα μεγάλο νέο βιβλιοπωλείο το οποίο όμως δεν θα βρεις στον χάρτη», 1995</a:t>
            </a:r>
          </a:p>
          <a:p>
            <a:endParaRPr lang="el-G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A954F5-5F06-73C1-8475-9A9C9115D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8906" y="2324759"/>
            <a:ext cx="5114187" cy="342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6899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235B3-8F2D-E0A6-C9BE-5562820C1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Τι είναι το </a:t>
            </a:r>
            <a:r>
              <a:rPr lang="en-US"/>
              <a:t>AWS;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ECCC0-039A-A267-222D-D87D701E4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/>
              <a:t>Είναι θυγατρική</a:t>
            </a:r>
            <a:r>
              <a:rPr lang="en-US" dirty="0"/>
              <a:t> </a:t>
            </a:r>
            <a:r>
              <a:rPr lang="el-GR" dirty="0"/>
              <a:t>εταιρεία της </a:t>
            </a:r>
            <a:r>
              <a:rPr lang="en-US" dirty="0"/>
              <a:t>Amazon. </a:t>
            </a:r>
            <a:endParaRPr lang="el-GR" dirty="0"/>
          </a:p>
          <a:p>
            <a:r>
              <a:rPr lang="el-GR" dirty="0"/>
              <a:t>Παρέχει σε ιδιώτες, εταιρίες και κυβερνήσεις πρόσβαση σε αποθηκευτικό χώρο </a:t>
            </a:r>
            <a:r>
              <a:rPr lang="en-US" dirty="0"/>
              <a:t>cloud </a:t>
            </a:r>
            <a:r>
              <a:rPr lang="el-GR" dirty="0"/>
              <a:t>τεραστίων διαστάσεων, με δυνατότητα πληρωμής </a:t>
            </a:r>
            <a:r>
              <a:rPr lang="en-US" dirty="0"/>
              <a:t>pay-as-you-go</a:t>
            </a:r>
            <a:r>
              <a:rPr lang="el-GR" dirty="0"/>
              <a:t> (πληρώνεις μόνο τον χώρο που χρησιμοποιείς)</a:t>
            </a:r>
            <a:endParaRPr lang="en-US" dirty="0"/>
          </a:p>
          <a:p>
            <a:r>
              <a:rPr lang="el-GR" dirty="0"/>
              <a:t>Παρέχει κατ’ απαίτηση (</a:t>
            </a:r>
            <a:r>
              <a:rPr lang="en-US" dirty="0"/>
              <a:t>on-demand</a:t>
            </a:r>
            <a:r>
              <a:rPr lang="el-GR" dirty="0"/>
              <a:t>) υπολογιστικούς πόρους τεράστιας ισχύος. </a:t>
            </a:r>
          </a:p>
        </p:txBody>
      </p:sp>
    </p:spTree>
    <p:extLst>
      <p:ext uri="{BB962C8B-B14F-4D97-AF65-F5344CB8AC3E}">
        <p14:creationId xmlns:p14="http://schemas.microsoft.com/office/powerpoint/2010/main" val="1912926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9DB7-3483-693D-4F87-CAE414991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Σήμερα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0F29C-73B3-03E1-920F-7D551657E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/>
              <a:t>80% του παγκοσμίου </a:t>
            </a:r>
            <a:r>
              <a:rPr lang="el-GR" dirty="0" err="1"/>
              <a:t>online</a:t>
            </a:r>
            <a:r>
              <a:rPr lang="el-GR" dirty="0"/>
              <a:t> εμπορίου βιβλίων και μουσικής</a:t>
            </a:r>
            <a:endParaRPr lang="en-US" dirty="0"/>
          </a:p>
          <a:p>
            <a:r>
              <a:rPr lang="el-GR" dirty="0"/>
              <a:t>62% των παιχνιδιών </a:t>
            </a:r>
            <a:endParaRPr lang="en-US" dirty="0"/>
          </a:p>
          <a:p>
            <a:r>
              <a:rPr lang="el-GR" dirty="0"/>
              <a:t>57% των ηλεκτρικών συσκευών</a:t>
            </a:r>
            <a:endParaRPr lang="en-US" dirty="0"/>
          </a:p>
          <a:p>
            <a:r>
              <a:rPr lang="el-GR" dirty="0"/>
              <a:t>32% των τροφίμων</a:t>
            </a:r>
          </a:p>
        </p:txBody>
      </p:sp>
    </p:spTree>
    <p:extLst>
      <p:ext uri="{BB962C8B-B14F-4D97-AF65-F5344CB8AC3E}">
        <p14:creationId xmlns:p14="http://schemas.microsoft.com/office/powerpoint/2010/main" val="256643724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2A32A-FA79-8F07-53C1-372C8047E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9738"/>
            <a:ext cx="10515600" cy="2852737"/>
          </a:xfrm>
        </p:spPr>
        <p:txBody>
          <a:bodyPr/>
          <a:lstStyle/>
          <a:p>
            <a:r>
              <a:rPr lang="el-GR"/>
              <a:t>Είναι πάντα καλή τακτική να πουλάς</a:t>
            </a:r>
            <a:r>
              <a:rPr lang="en-US"/>
              <a:t> </a:t>
            </a:r>
            <a:r>
              <a:rPr lang="el-GR"/>
              <a:t>όλα τα προϊόντα;</a:t>
            </a:r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272619914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6DF36-B789-49FD-FB98-F6FA38321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dark side</a:t>
            </a:r>
            <a:endParaRPr lang="el-G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4D5624-139B-D9F1-94DF-B11B9CCFB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61" y="143987"/>
            <a:ext cx="11010878" cy="6570026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992B583-6823-EADF-5B82-428D042D0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96215977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ECF8F-1AC1-1623-ED43-0EB32EC5F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76AEE-C036-4B2D-C2E6-9CB5E323B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R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C0B53FF-0868-021D-530E-1E4402EAA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107" y="1266203"/>
            <a:ext cx="6502400" cy="4000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48E994-E2C6-362E-54FE-64B9D9FDB5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2603" y="1027521"/>
            <a:ext cx="4101197" cy="4802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69923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038CCF-E1F2-5CAF-0AD6-9B4CA58B5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Από που ξεκίνησε ένας από τους πλουσιότερους ανθρώπους του πλανήτη;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BC5304-7E22-84C2-A35C-632D5C945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80574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96D3F-1091-4425-16AD-76B1F1191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Ο πλουσιότερος… εργαζόμενος των </a:t>
            </a:r>
            <a:r>
              <a:rPr lang="en-US" err="1"/>
              <a:t>McDonlads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BFD97-ABC0-1894-EE48-29B4C936D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l-GR" dirty="0"/>
              <a:t>Ως έφηβος ο </a:t>
            </a:r>
            <a:r>
              <a:rPr lang="en-US" dirty="0"/>
              <a:t>Jeff Bezos</a:t>
            </a:r>
            <a:r>
              <a:rPr lang="el-GR" dirty="0"/>
              <a:t> ήταν υπάλληλος στην αλυσίδα των </a:t>
            </a:r>
            <a:r>
              <a:rPr lang="en-US" dirty="0"/>
              <a:t>McDonalds</a:t>
            </a:r>
            <a:r>
              <a:rPr lang="el-GR" dirty="0"/>
              <a:t>, με μισθό που δεν ξεπερνάει τα 3$ ανά ώρα. </a:t>
            </a:r>
          </a:p>
          <a:p>
            <a:r>
              <a:rPr lang="el-GR" dirty="0"/>
              <a:t>Το 1986 ο Μπέζος αποφοίτησε από το Πανεπιστήμιο </a:t>
            </a:r>
            <a:r>
              <a:rPr lang="el-GR" dirty="0" err="1"/>
              <a:t>Πρίνστον</a:t>
            </a:r>
            <a:r>
              <a:rPr lang="el-GR" dirty="0"/>
              <a:t> ως Ηλεκτρολόγος Μηχανικός και Μηχανικός Υπολογιστών.</a:t>
            </a:r>
          </a:p>
          <a:p>
            <a:r>
              <a:rPr lang="el-GR" dirty="0"/>
              <a:t>Ξεκίνησε να εργάζεται στην </a:t>
            </a:r>
            <a:r>
              <a:rPr lang="en-US" dirty="0" err="1"/>
              <a:t>Fitel</a:t>
            </a:r>
            <a:r>
              <a:rPr lang="el-GR" dirty="0"/>
              <a:t>, μια </a:t>
            </a:r>
            <a:r>
              <a:rPr lang="en-US" dirty="0"/>
              <a:t>start-up </a:t>
            </a:r>
            <a:r>
              <a:rPr lang="el-GR" dirty="0"/>
              <a:t>επενδυτική εταιρεία</a:t>
            </a:r>
            <a:r>
              <a:rPr lang="en-US" dirty="0"/>
              <a:t>.</a:t>
            </a:r>
            <a:endParaRPr lang="el-GR" dirty="0"/>
          </a:p>
          <a:p>
            <a:r>
              <a:rPr lang="el-GR" dirty="0"/>
              <a:t>Το 1990 απασχολήθηκε στην Επενδυτική Τράπεζα της Νέας Υόρκης </a:t>
            </a:r>
            <a:r>
              <a:rPr lang="en-US" dirty="0"/>
              <a:t>D.E. Shaw &amp; Co.</a:t>
            </a:r>
            <a:r>
              <a:rPr lang="el-GR" dirty="0"/>
              <a:t>, όπου και έγινε Ανώτατος Αντιπρόεδρος (</a:t>
            </a:r>
            <a:r>
              <a:rPr lang="en-US" dirty="0"/>
              <a:t>Senior Vice President). 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3795762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5E143-5A73-71EB-0633-DAAC22C68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Πηγές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1B36B-EEFA-DBB2-364A-80E9C7F26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https://en.wikipedia.org/wiki/Amazon_(company)</a:t>
            </a:r>
            <a:r>
              <a:rPr lang="en-US"/>
              <a:t> </a:t>
            </a:r>
          </a:p>
          <a:p>
            <a:r>
              <a:rPr lang="en-US">
                <a:hlinkClick r:id="rId3"/>
              </a:rPr>
              <a:t>https://el.wikipedia.org/wiki/Amazon.com</a:t>
            </a:r>
            <a:r>
              <a:rPr lang="en-US"/>
              <a:t> 	</a:t>
            </a:r>
          </a:p>
          <a:p>
            <a:r>
              <a:rPr lang="en-US">
                <a:hlinkClick r:id="rId4"/>
              </a:rPr>
              <a:t>https://el.wikipedia.org/wiki</a:t>
            </a:r>
            <a:r>
              <a:rPr lang="el-GR">
                <a:hlinkClick r:id="rId4"/>
              </a:rPr>
              <a:t>/</a:t>
            </a:r>
            <a:r>
              <a:rPr lang="el-GR" err="1">
                <a:hlinkClick r:id="rId4"/>
              </a:rPr>
              <a:t>Ηλεκτρονικό_εμπόριο</a:t>
            </a:r>
            <a:r>
              <a:rPr lang="en-US"/>
              <a:t> </a:t>
            </a:r>
          </a:p>
          <a:p>
            <a:r>
              <a:rPr lang="en-US">
                <a:hlinkClick r:id="rId5"/>
              </a:rPr>
              <a:t>https://en.wikipedia.org/wiki/Amazon_Web_Services</a:t>
            </a:r>
            <a:r>
              <a:rPr lang="en-US"/>
              <a:t> </a:t>
            </a:r>
          </a:p>
          <a:p>
            <a:r>
              <a:rPr lang="en-US">
                <a:hlinkClick r:id="rId6"/>
              </a:rPr>
              <a:t>https://www.actualidadecommerce.com/el/que-es-amazon/</a:t>
            </a:r>
            <a:endParaRPr lang="en-US"/>
          </a:p>
          <a:p>
            <a:r>
              <a:rPr lang="en-US">
                <a:hlinkClick r:id="rId7"/>
              </a:rPr>
              <a:t>https://www.oneman.gr/originals/pws-apo-vivliopwleio-to-amazon-eftase-na-poylaei-moystakia-poy-myrizoyn-bacon/</a:t>
            </a:r>
            <a:endParaRPr lang="en-US"/>
          </a:p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24582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CEF1B8-C152-D891-741B-CF7C0D6E8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987845"/>
            <a:ext cx="12192000" cy="870154"/>
          </a:xfrm>
        </p:spPr>
        <p:txBody>
          <a:bodyPr>
            <a:normAutofit lnSpcReduction="10000"/>
          </a:bodyPr>
          <a:lstStyle/>
          <a:p>
            <a:r>
              <a:rPr lang="el-GR" dirty="0">
                <a:solidFill>
                  <a:schemeClr val="bg1"/>
                </a:solidFill>
              </a:rPr>
              <a:t>Θεόδωρος Κυριάκου - Μιχαήλ Κωνσταντινίδης</a:t>
            </a:r>
          </a:p>
          <a:p>
            <a:r>
              <a:rPr lang="el-GR" dirty="0">
                <a:solidFill>
                  <a:schemeClr val="bg1"/>
                </a:solidFill>
              </a:rPr>
              <a:t>Όμηρος </a:t>
            </a:r>
            <a:r>
              <a:rPr lang="el-GR" dirty="0" err="1">
                <a:solidFill>
                  <a:schemeClr val="bg1"/>
                </a:solidFill>
              </a:rPr>
              <a:t>Λούπης</a:t>
            </a:r>
            <a:r>
              <a:rPr lang="el-GR" dirty="0">
                <a:solidFill>
                  <a:schemeClr val="bg1"/>
                </a:solidFill>
              </a:rPr>
              <a:t> - Λεωνίδας </a:t>
            </a:r>
            <a:r>
              <a:rPr lang="el-GR" dirty="0" err="1">
                <a:solidFill>
                  <a:schemeClr val="bg1"/>
                </a:solidFill>
              </a:rPr>
              <a:t>Κραλίδης</a:t>
            </a:r>
            <a:r>
              <a:rPr lang="el-GR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54365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597</Words>
  <Application>Microsoft Office PowerPoint</Application>
  <PresentationFormat>Widescreen</PresentationFormat>
  <Paragraphs>52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Office Theme</vt:lpstr>
      <vt:lpstr>PowerPoint Presentation</vt:lpstr>
      <vt:lpstr>Τι είναι η Amazon;</vt:lpstr>
      <vt:lpstr>Τι είναι η Amazon;</vt:lpstr>
      <vt:lpstr>Τι είναι η Amazon;</vt:lpstr>
      <vt:lpstr>Πώς γεννήθηκε, όμως, η ιδέα για την Amazon;</vt:lpstr>
      <vt:lpstr>Τι είναι το e-commerce;</vt:lpstr>
      <vt:lpstr>Η πορεία της εταιρείας</vt:lpstr>
      <vt:lpstr>PowerPoint Presentation</vt:lpstr>
      <vt:lpstr>Τι είναι το AWS;</vt:lpstr>
      <vt:lpstr>Σήμερα</vt:lpstr>
      <vt:lpstr>Είναι πάντα καλή τακτική να πουλάς όλα τα προϊόντα;</vt:lpstr>
      <vt:lpstr>dark side</vt:lpstr>
      <vt:lpstr>PowerPoint Presentation</vt:lpstr>
      <vt:lpstr>Από που ξεκίνησε ένας από τους πλουσιότερους ανθρώπους του πλανήτη;</vt:lpstr>
      <vt:lpstr>Ο πλουσιότερος… εργαζόμενος των McDonlads</vt:lpstr>
      <vt:lpstr>Πηγές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</dc:title>
  <dc:creator>leo leo</dc:creator>
  <cp:lastModifiedBy>leo leo</cp:lastModifiedBy>
  <cp:revision>1</cp:revision>
  <dcterms:created xsi:type="dcterms:W3CDTF">2022-10-17T16:02:45Z</dcterms:created>
  <dcterms:modified xsi:type="dcterms:W3CDTF">2022-10-19T16:58:14Z</dcterms:modified>
</cp:coreProperties>
</file>